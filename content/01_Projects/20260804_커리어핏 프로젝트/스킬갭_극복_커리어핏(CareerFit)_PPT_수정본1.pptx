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460" y="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09033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718434"/>
            <a:ext cx="497586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커리어핏</a:t>
            </a:r>
            <a:r>
              <a:rPr lang="en-US" sz="4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(</a:t>
            </a:r>
            <a:r>
              <a:rPr lang="en-US" sz="42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CareerFit</a:t>
            </a:r>
            <a:r>
              <a:rPr lang="en-US" sz="4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)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19741" y="2776919"/>
            <a:ext cx="8572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JD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스마트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스크랩부터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Gemini AI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기반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스킬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갭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분석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진단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및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보안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암호화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전달까지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한눈에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해결합니다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901279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19741" y="4847183"/>
            <a:ext cx="35559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PM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이혜원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317950" y="4847183"/>
            <a:ext cx="35559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486623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2F4E18-D063-4D5E-02E5-225FBD92D41C}"/>
              </a:ext>
            </a:extLst>
          </p:cNvPr>
          <p:cNvSpPr txBox="1"/>
          <p:nvPr/>
        </p:nvSpPr>
        <p:spPr>
          <a:xfrm>
            <a:off x="571500" y="1574800"/>
            <a:ext cx="303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사용자 데이터 기반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54DEA2-DC16-58B3-F853-2A131E8EF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3160323"/>
            <a:ext cx="7061200" cy="3754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3592"/>
            <a:ext cx="54102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553592"/>
            <a:ext cx="54102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22029"/>
            <a:ext cx="11049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01. Why </a:t>
            </a:r>
            <a:r>
              <a:rPr lang="en-US" sz="12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CareerFit</a:t>
            </a:r>
            <a:r>
              <a:rPr lang="en-US" sz="1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?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847725"/>
            <a:ext cx="11453723" cy="102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WHY </a:t>
            </a:r>
            <a:endParaRPr lang="en-US" sz="2700" dirty="0">
              <a:solidFill>
                <a:srgbClr val="0A0A0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내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이력서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/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서류가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이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공고와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진짜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매칭이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될까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? </a:t>
            </a:r>
            <a:r>
              <a:rPr lang="ko-KR" alt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안심하고 서류를 넣을 수 있을까</a:t>
            </a:r>
            <a:r>
              <a:rPr lang="en-US" altLang="ko-KR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?</a:t>
            </a:r>
            <a:r>
              <a:rPr lang="ko-KR" altLang="en-US" sz="2700" b="0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1833747"/>
            <a:ext cx="110490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구직자가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겪는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가장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근본적인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의문과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데이터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보안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우려를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명확히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해결합니다</a:t>
            </a:r>
            <a:r>
              <a:rPr lang="en-US" sz="1350" b="0" i="0" u="none" strike="noStrike" cap="none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520154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04900" y="5211067"/>
            <a:ext cx="8953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데이터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보안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및 </a:t>
            </a:r>
            <a:r>
              <a:rPr lang="en-US" sz="1125" b="1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암호화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보장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사용자의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이력서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,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개인정보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, </a:t>
            </a:r>
            <a:r>
              <a:rPr lang="ko-KR" alt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개인의 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API 키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데이터는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외부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유출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없이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전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구간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암호화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(Encrypted Transmission)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되어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안전하게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처리됩니다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114425" y="2791717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구직자의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핵심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질문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(WHY)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677025" y="2801242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커리어핏의</a:t>
            </a:r>
            <a:r>
              <a:rPr lang="en-US" sz="15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정밀</a:t>
            </a:r>
            <a:r>
              <a:rPr lang="en-US" sz="15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솔루션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5" y="281076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038225" y="3153667"/>
            <a:ext cx="47053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불확실성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복잡한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JD 속 내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역량이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실제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자격요건에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얼마나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부합하는지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정량적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확인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불가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38225" y="3696592"/>
            <a:ext cx="47053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스킬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갭(Skill Gap)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오판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공고에서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요구하는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기술과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내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보유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스킬의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차이를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정확히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알지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못해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탈락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반복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038225" y="4239517"/>
            <a:ext cx="47053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지원서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작성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시간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낭비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가능성이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낮은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공고에도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무분별하게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수정하고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제출하는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비효율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57950" y="282029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648450" y="3163192"/>
            <a:ext cx="47244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AI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서류-공고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매칭율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산출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이력서와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JD를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다각도로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비교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분석하여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정량적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매칭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점수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제공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648450" y="3706117"/>
            <a:ext cx="47244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스킬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갭(Skill Gap)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명확화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공고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대비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부족한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자격요건과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강점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요소를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정확히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도출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648450" y="4135113"/>
            <a:ext cx="47244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전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구간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데이터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암호화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전달</a:t>
            </a:r>
            <a:r>
              <a:rPr lang="en-US" sz="1125" b="1" i="0" u="none" strike="noStrike" cap="none" dirty="0">
                <a:solidFill>
                  <a:srgbClr val="0A0A0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민감한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개인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이력서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및 API Key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정보는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SSL/TLS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엔드투엔드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암호화로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강력히</a:t>
            </a:r>
            <a:r>
              <a:rPr lang="en-US" sz="1125" b="0" i="0" u="none" strike="noStrike" cap="none" dirty="0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3A3A3A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47725" y="313461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47725" y="3677542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47725" y="42204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457950" y="3144142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57950" y="36870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457950" y="4135113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4435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77430"/>
            <a:ext cx="5410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777430"/>
            <a:ext cx="54102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71500" y="4762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02. Core AI Engine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Gemini AI 기반 JD 자동 분석 및 정밀 매칭 로직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JD 텍스트/URL 입력 즉시 자격요건 파싱과 이력서 스킬 갭(Skill Gap) 진단을 수행합니다.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39375" y="476250"/>
            <a:ext cx="1381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500628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57275" y="3015555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Gemini AI 공고 자동 파싱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715125" y="3015555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서류 진단 및 스킬 갭(Skill Gap) 가이드</a:t>
            </a:r>
            <a:endParaRPr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303460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000125" y="3377505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원문 100% 보존 구조화:</a:t>
            </a: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누락 없는 전체 JD 텍스트 자동 정제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00125" y="3706117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핵심 요건 분리:</a:t>
            </a: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포지션, 주요 업무, 필수 자격요건, 우대요건 정밀 추출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00125" y="4034730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기술 스택 배지화:</a:t>
            </a: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#Product Management, #React, #Data Analysis 등 한/영 역량 키워드 자동 태깅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48425" y="303460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638925" y="3377505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일치하는 부분 (강점):</a:t>
            </a: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내 프로젝트 성과와 공고 요구사항 간 부합 지점 매칭 (예: React, GA4 실무)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638925" y="3920430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개선 필요 부분 (스킬 갭):</a:t>
            </a: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공고의 필수/우대 조건 중 내 서류에서 보강해야 할 경험과 KPI 작성 가이드 제시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09625" y="3358455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09625" y="3687067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09625" y="4015680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448425" y="3358455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448425" y="3901380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03899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17886"/>
            <a:ext cx="5410200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617886"/>
            <a:ext cx="5410200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575" y="3132236"/>
            <a:ext cx="4972050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3132236"/>
            <a:ext cx="49720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71500" y="522029"/>
            <a:ext cx="11049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03. User Test Insights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유저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테스트에서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가장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높은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찬사를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받은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실제 사용자 테스트(UT)를 통해 입증된 커리어핏만의 독보적 사용자 경험(UX)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" y="516582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019175" y="283696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베스트 반응 1 : [월간 캘린더]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677025" y="2836961"/>
            <a:ext cx="4724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베스트 반응 2 : [스킬 갭(Skill Gap) 명확화]</a:t>
            </a:r>
            <a:endParaRPr/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575" y="2851249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981075" y="4099024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공고 상태별(서류 준비, 지원 완료, 면접 등) 일정 시각화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81075" y="4427636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마감 임박 공고 우선순위 파악 및 D-Day 타임라인 제공</a:t>
            </a:r>
            <a:endParaRPr/>
          </a:p>
        </p:txBody>
      </p:sp>
      <p:pic>
        <p:nvPicPr>
          <p:cNvPr id="173" name="Google Shape;17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29375" y="285124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6619875" y="3884711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공고 대비 부족한 스택 및 역량 키워드 즉시 파악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619875" y="4213324"/>
            <a:ext cx="47815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구체적인 수치화 성과(KPI) 중심 서류 수정 가이드라인 제시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90575" y="4079974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90575" y="4408586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29375" y="3865661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429375" y="4194274"/>
            <a:ext cx="85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EB0A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1455"/>
            <a:ext cx="110490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63105"/>
            <a:ext cx="35559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463105"/>
            <a:ext cx="35559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463105"/>
            <a:ext cx="3556099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522029"/>
            <a:ext cx="11049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EB0A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04. Vision &amp; Conclusion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571500" y="84772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커리어핏이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만들어갈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스마트한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취업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준비의</a:t>
            </a:r>
            <a:r>
              <a:rPr lang="en-US" sz="2700" b="0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미래</a:t>
            </a:r>
            <a:endParaRPr dirty="0"/>
          </a:p>
        </p:txBody>
      </p:sp>
      <p:sp>
        <p:nvSpPr>
          <p:cNvPr id="191" name="Google Shape;191;p17"/>
          <p:cNvSpPr txBox="1"/>
          <p:nvPr/>
        </p:nvSpPr>
        <p:spPr>
          <a:xfrm>
            <a:off x="571500" y="133350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성공적인 이직과 취업을 위한 가장 지능적이고 안전한 서류 매칭 에이전트</a:t>
            </a:r>
            <a:endParaRPr/>
          </a:p>
        </p:txBody>
      </p:sp>
      <p:pic>
        <p:nvPicPr>
          <p:cNvPr id="192" name="Google Shape;19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10850" y="476250"/>
            <a:ext cx="1009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914400" y="4768155"/>
            <a:ext cx="103632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"스마트한 월간 일정 관리부터 AI 스킬 갭 매칭 진단까지,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내가 더 잘할 수 있는 직무와 일을 잘할 수 있는 조직으로 조인 성공!"</a:t>
            </a:r>
            <a:endParaRPr/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11275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1654075" y="3194298"/>
            <a:ext cx="13906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매칭</a:t>
            </a:r>
            <a:r>
              <a:rPr lang="en-US" sz="1500" b="1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효율성</a:t>
            </a:r>
            <a:r>
              <a:rPr lang="en-US" sz="1500" b="1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극대화</a:t>
            </a:r>
            <a:endParaRPr dirty="0"/>
          </a:p>
        </p:txBody>
      </p:sp>
      <p:sp>
        <p:nvSpPr>
          <p:cNvPr id="196" name="Google Shape;196;p17"/>
          <p:cNvSpPr txBox="1"/>
          <p:nvPr/>
        </p:nvSpPr>
        <p:spPr>
          <a:xfrm>
            <a:off x="809625" y="3672780"/>
            <a:ext cx="3079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공고 분석 및 스킬 갭 확인 시간을 10분에서 1분으로 단축</a:t>
            </a:r>
            <a:endParaRPr/>
          </a:p>
        </p:txBody>
      </p:sp>
      <p:pic>
        <p:nvPicPr>
          <p:cNvPr id="197" name="Google Shape;19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726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481488" y="3310830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서류 합격률 증대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686151" y="3672780"/>
            <a:ext cx="2819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공고 맞춤형 스킬 갭 보강 및 서류 개선 가이드 적용</a:t>
            </a:r>
            <a:endParaRPr/>
          </a:p>
        </p:txBody>
      </p:sp>
      <p:pic>
        <p:nvPicPr>
          <p:cNvPr id="200" name="Google Shape;20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04325" y="270123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9228087" y="3310830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철저한</a:t>
            </a:r>
            <a:r>
              <a:rPr lang="en-US" sz="1500" b="1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보안</a:t>
            </a:r>
            <a:r>
              <a:rPr lang="en-US" sz="1500" b="1" i="0" u="none" strike="noStrike" cap="none" dirty="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방어</a:t>
            </a:r>
            <a:endParaRPr dirty="0"/>
          </a:p>
        </p:txBody>
      </p:sp>
      <p:sp>
        <p:nvSpPr>
          <p:cNvPr id="202" name="Google Shape;202;p17"/>
          <p:cNvSpPr txBox="1"/>
          <p:nvPr/>
        </p:nvSpPr>
        <p:spPr>
          <a:xfrm>
            <a:off x="8347025" y="3672780"/>
            <a:ext cx="2990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모든 지원자 데이터 암호화 전달로 개인정보 완벽 보호</a:t>
            </a:r>
            <a:endParaRPr/>
          </a:p>
        </p:txBody>
      </p:sp>
      <p:pic>
        <p:nvPicPr>
          <p:cNvPr id="203" name="Google Shape;203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44625" y="283458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76788" y="283458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709100" y="2834580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와이드스크린</PresentationFormat>
  <Paragraphs>62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amy hyewon lee</dc:creator>
  <cp:lastModifiedBy>Hyewon Lee</cp:lastModifiedBy>
  <cp:revision>1</cp:revision>
  <dcterms:modified xsi:type="dcterms:W3CDTF">2026-08-07T04:16:10Z</dcterms:modified>
</cp:coreProperties>
</file>