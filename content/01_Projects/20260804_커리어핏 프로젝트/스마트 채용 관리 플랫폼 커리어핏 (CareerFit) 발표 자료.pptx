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6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7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9" Type="http://schemas.openxmlformats.org/officeDocument/2006/relationships/image" Target="../media/image23.png"/><Relationship Id="rId1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10791"/>
            <a:ext cx="35433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9033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363241"/>
            <a:ext cx="11601450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스마트 채용 관리 플랫폼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2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커리어핏 (CareerFit)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42283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JD 스마트 스크랩부터 Gemini AI 기반 스킬 갭 분석, 서류 매칭 진단 및 보안 암호화 전달까지 한눈에 해결합니다.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901279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4656683"/>
            <a:ext cx="373374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발표자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847183"/>
            <a:ext cx="3555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이혜원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317950" y="4656683"/>
            <a:ext cx="373374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발표 주제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317950" y="4847183"/>
            <a:ext cx="3555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커리어핏 핵심 기능 &amp; 유저 피드백 가치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064400" y="4656683"/>
            <a:ext cx="37339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보안 &amp; 프라이버시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64400" y="4847183"/>
            <a:ext cx="35560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전 구간 암호화 전달 (Encrypted)</a:t>
            </a:r>
            <a:endParaRPr/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4866233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3592"/>
            <a:ext cx="54102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553592"/>
            <a:ext cx="54102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4762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01. Why CareerFit?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WHY : "내 이력서/서류가 이 공고와 진짜 매칭이 될까?"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구직자가 겪는 가장 근본적인 의문과 데이터 보안 우려를 명확히 해결합니다.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520154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04900" y="5211067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보안 및 암호화 보장:</a:t>
            </a: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사용자의 이력서, 개인정보, API 키 데이터는 외부 유출 없이 전 구간 암호화(Encrypted Transmission)되어 안전하게 처리됩니다.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14425" y="2791717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구직자의 핵심 질문 (WHY)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77025" y="2801242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커리어핏의 정밀 솔루션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281076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038225" y="3153667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서류 매칭 불확실성: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복잡한 JD 속 내 역량이 실제 자격요건에 얼마나 부합하는지 정량적 확인 불가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38225" y="3696592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스킬 갭(Skill Gap) 오판: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공고에서 요구하는 기술과 내 보유 스킬의 차이를 정확히 알지 못해 서류 탈락 반복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38225" y="4239517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지원서 작성 시간 낭비: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매칭 가능성이 낮은 공고에도 무분별하게 서류를 수정하고 제출하는 비효율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7950" y="282029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648450" y="3163192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AI 서류-공고 매칭율 산출: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이력서와 JD를 다각도로 비교 분석하여 정량적 매칭 점수 제공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48450" y="3706117"/>
            <a:ext cx="4724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스킬 갭(Skill Gap) 명확화: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공고 대비 부족한 자격요건과 강점 요소를 정확히 도출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648450" y="4034730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전 구간 데이터 암호화 전달: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민감한 개인 이력서 및 API Key 정보는 SSL/TLS 엔드투엔드 암호화로 강력히 보호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47725" y="313461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47725" y="3677542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47725" y="42204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457950" y="3144142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57950" y="36870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457950" y="4015680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4435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7430"/>
            <a:ext cx="5410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777430"/>
            <a:ext cx="54102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71500" y="4762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02. Core AI Engine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Gemini AI 기반 JD 자동 분석 및 정밀 매칭 로직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JD 텍스트/URL 입력 즉시 자격요건 파싱과 이력서 스킬 갭(Skill Gap) 진단을 수행합니다.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9375" y="476250"/>
            <a:ext cx="1381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500628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57275" y="3015555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Gemini AI 공고 자동 파싱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715125" y="3015555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서류 진단 및 스킬 갭(Skill Gap) 가이드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03460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000125" y="3377505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원문 100% 보존 구조화: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누락 없는 전체 JD 텍스트 자동 정제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00125" y="3706117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핵심 요건 분리: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포지션, 주요 업무, 필수 자격요건, 우대요건 정밀 추출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00125" y="4034730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기술 스택 배지화: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#Product Management, #React, #Data Analysis 등 한/영 역량 키워드 자동 태깅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303460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638925" y="3377505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일치하는 부분 (강점):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내 프로젝트 성과와 공고 요구사항 간 부합 지점 매칭 (예: React, GA4 실무)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638925" y="3920430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개선 필요 부분 (스킬 갭):</a:t>
            </a: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공고의 필수/우대 조건 중 내 서류에서 보강해야 할 경험과 KPI 작성 가이드 제시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09625" y="3358455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09625" y="36870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09625" y="4015680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448425" y="3358455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448425" y="3901380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03899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17886"/>
            <a:ext cx="5410200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617886"/>
            <a:ext cx="5410200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3132236"/>
            <a:ext cx="4972050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3132236"/>
            <a:ext cx="49720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71500" y="4762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03. User Test Insights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유저 테스트에서 가장 높은 찬사를 받은 핵심 기능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실제 사용자 테스트(UT)를 통해 입증된 커리어핏만의 독보적 사용자 경험(UX)</a:t>
            </a:r>
            <a:endParaRPr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516582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019175" y="283696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베스트 반응 1 : [월간 캘린더]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677025" y="2836961"/>
            <a:ext cx="4724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베스트 반응 2 : [스킬 갭(Skill Gap) 명확화]</a:t>
            </a:r>
            <a:endParaRPr/>
          </a:p>
        </p:txBody>
      </p:sp>
      <p:pic>
        <p:nvPicPr>
          <p:cNvPr descr="image.png" id="170" name="Google Shape;17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0575" y="2851249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981075" y="4099024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공고 상태별(서류 준비, 지원 완료, 면접 등) 일정 시각화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81075" y="4427636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마감 임박 공고 우선순위 파악 및 D-Day 타임라인 제공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29375" y="285124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6619875" y="3884711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공고 대비 부족한 스택 및 역량 키워드 즉시 파악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619875" y="4213324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구체적인 수치화 성과(KPI) 중심 서류 수정 가이드라인 제시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90575" y="4079974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90575" y="4408586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29375" y="3865661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429375" y="4194274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1455"/>
            <a:ext cx="110490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3105"/>
            <a:ext cx="35559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2463105"/>
            <a:ext cx="35559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463105"/>
            <a:ext cx="3556099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4762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04. Vision &amp; Conclusion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커리어핏이 만들어갈 스마트한 취업 준비의 미래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성공적인 이직과 취업을 위한 가장 지능적이고 안전한 서류 매칭 에이전트</a:t>
            </a:r>
            <a:endParaRPr/>
          </a:p>
        </p:txBody>
      </p:sp>
      <p:pic>
        <p:nvPicPr>
          <p:cNvPr descr="image.png" id="192" name="Google Shape;19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914400" y="4768155"/>
            <a:ext cx="10363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"스마트한 월간 일정 관리부터 AI 스킬 갭 매칭 진단까지,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내가 더 잘할 수 있는 직무와 일을 잘할 수 있는 조직으로 조인 성공!"</a:t>
            </a:r>
            <a:endParaRPr/>
          </a:p>
        </p:txBody>
      </p:sp>
      <p:pic>
        <p:nvPicPr>
          <p:cNvPr descr="image.png" id="194" name="Google Shape;19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11275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1654075" y="3310830"/>
            <a:ext cx="139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매칭 효율성 극대화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09625" y="3672780"/>
            <a:ext cx="3079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공고 분석 및 스킬 갭 확인 시간을 10분에서 1분으로 단축</a:t>
            </a:r>
            <a:endParaRPr/>
          </a:p>
        </p:txBody>
      </p:sp>
      <p:pic>
        <p:nvPicPr>
          <p:cNvPr descr="image.png" id="197" name="Google Shape;19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7726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481488" y="3310830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서류 합격률 증대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686151" y="3672780"/>
            <a:ext cx="2819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공고 맞춤형 스킬 갭 보강 및 서류 개선 가이드 적용</a:t>
            </a:r>
            <a:endParaRPr/>
          </a:p>
        </p:txBody>
      </p:sp>
      <p:pic>
        <p:nvPicPr>
          <p:cNvPr descr="image.png" id="200" name="Google Shape;20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04325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9228087" y="3310830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철저한 보안 방어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8347025" y="3672780"/>
            <a:ext cx="2990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모든 지원자 데이터 암호화 전달로 개인정보 완벽 보호</a:t>
            </a:r>
            <a:endParaRPr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44625" y="283458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76788" y="283458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09100" y="2834580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